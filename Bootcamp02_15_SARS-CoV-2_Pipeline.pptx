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1" roundtripDataSignature="AMtx7mjmxnwkxoKpj+GD+vD2mj5f4oAX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32af21d2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332af21d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7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Marshall University Joan C. Edwards School of Medicine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6"/>
          <p:cNvSpPr/>
          <p:nvPr/>
        </p:nvSpPr>
        <p:spPr>
          <a:xfrm>
            <a:off x="221381" y="1184031"/>
            <a:ext cx="385011" cy="5537443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6"/>
          <p:cNvPicPr preferRelativeResize="0"/>
          <p:nvPr/>
        </p:nvPicPr>
        <p:blipFill rotWithShape="1">
          <a:blip r:embed="rId1">
            <a:alphaModFix/>
          </a:blip>
          <a:srcRect b="0" l="0" r="77036" t="0"/>
          <a:stretch/>
        </p:blipFill>
        <p:spPr>
          <a:xfrm>
            <a:off x="127596" y="365125"/>
            <a:ext cx="622681" cy="6613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SARS-CoV-2 analysis pipeline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WV-INBRE Bioinformatics Bootcamp 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Background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Samples from COVID-19 positive PCR samples are sent to sequencing facilities at WVU and Marshall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Aim is to identify which variants (Alpha, Delta, Omicron, etc.) are present in WV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Samples are sequenced on Illumina sequencers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Typically use paired-end sequencing, and reads of 75 or 120 base pairs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need to take the sequencing reads and determine the viral variant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Pipeline steps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Align the reads to the reference genome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 the "consensus sequence" for each sample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 the individual mutations (single nucleotide polymorphisms, short insertions and short deletions) for each sample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those to identify the variant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from IGV</a:t>
            </a:r>
            <a:endParaRPr/>
          </a:p>
        </p:txBody>
      </p:sp>
      <p:pic>
        <p:nvPicPr>
          <p:cNvPr descr="Graphical user interface, application, table, Excel&#10;&#10;Description automatically generated" id="105" name="Google Shape;105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557" y="1139868"/>
            <a:ext cx="8565722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Software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will use BWA to align the reads to the reference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Need to use samtools to sort the resulting bam files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iVar to call the consensus sequence and mutations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iVar requires a "pileup"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"Pileup" is basically a list of every call for each locus (position) on the genome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samtools can generate this from bam files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pangolin to identify the variant from the consensus sequence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32af21d27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Processing multiple samples</a:t>
            </a:r>
            <a:endParaRPr/>
          </a:p>
        </p:txBody>
      </p:sp>
      <p:sp>
        <p:nvSpPr>
          <p:cNvPr id="117" name="Google Shape;117;g1332af21d27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Each s</a:t>
            </a:r>
            <a:r>
              <a:rPr lang="en-US"/>
              <a:t>equencing run typically has between 92 and 384 different samples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Because the server has a lot of CPUs,  we can process many samples simultaneously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However: we must be careful not to overload the server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will see how this is done in the script later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USOM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2022-06-15T12:22:19Z</dcterms:created>
  <dc:creator>Denvir, James</dc:creator>
</cp:coreProperties>
</file>