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JetBrains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iN8r8VaZZ1NCOPCNoEL9tfiOSR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47e68476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347e68476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47e684762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347e68476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8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The HISAT2 Aligner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Summer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HISAT2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HISAT2 is a spliced aligner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Developed by the Salzberg lab at the University of Maryland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Based on an earlier spliced aligner called TopHat, developed by the same group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HISAT2 just adds some more advanced alignment techniques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Spliced alignment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HISAT2 is a spliced aligner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Takes raw fastq files and aligns them to a reference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Like BWA, but…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Assumes the reads may have come from splicing of exons on the reference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So we expect to potentially find big gaps in the alignment for some of the reads</a:t>
            </a:r>
            <a:endParaRPr/>
          </a:p>
        </p:txBody>
      </p:sp>
      <p:pic>
        <p:nvPicPr>
          <p:cNvPr descr="A picture containing chart&#10;&#10;Description automatically generated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3385979"/>
            <a:ext cx="5181600" cy="12306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6651320" y="4960307"/>
            <a:ext cx="4594078" cy="369332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Adapted from Kim et al., Genome Biology 2013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strategy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HISAT2 will chop the reads into shorter lengths (usually 25nts)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shorter lengths are less likely to hit a splice junction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 most of these will align without worrying about splicing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reads should align only to exons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Provides a way to guess the splice junctions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Reads that don't align are then aligned assuming they span one of the junctions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Finally the 25nt chunks are recombined back to the original reads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HISAT2 indexes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Like BWA, HISAT relies on indexing the genome for the alignment of the read fragments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indexes for the mouse genome are already computed and are on the server at 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/seqdata/bootcamp/HISAT-indexes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/genome.*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HISAT2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run HISAT2, use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nohup </a:t>
            </a: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/opt/hisat2-2.2.1/hisat2 --phred33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-x /seqdata/bootcamp/HISAT_indexes/genome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-1 ${sample}_R1_001.fq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-2 ${sample}_R2_001.fq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2&gt;xxx_align.log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| /opt/samtools-1.11/samtools sort -o ${sample}.bam - 2&gt;${sample}_sort.log &amp;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options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-x : the genome index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-1 Fastq file with forward reads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-2 Fastq file with reverse reads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47e684762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HISAT to the script</a:t>
            </a:r>
            <a:endParaRPr/>
          </a:p>
        </p:txBody>
      </p:sp>
      <p:sp>
        <p:nvSpPr>
          <p:cNvPr id="125" name="Google Shape;125;g1347e684762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your script file, define the following variables:</a:t>
            </a:r>
            <a:br>
              <a:rPr lang="en-US"/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hisat=/opt/hisat2-2.2.1/hisat2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samtools=/opt/samtools-1.11/samtools</a:t>
            </a:r>
            <a:b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refGenome=/seqdata/bootcamp/HISAT-indexes/genome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And make the following folders:</a:t>
            </a:r>
            <a:br>
              <a:rPr lang="en-US"/>
            </a:br>
            <a:r>
              <a:rPr lang="en-US"/>
              <a:t>mkdir aligned logs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And then use this to run HISAT:</a:t>
            </a:r>
            <a:br>
              <a:rPr lang="en-US"/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${hisat} -x ${refGenome} \</a:t>
            </a:r>
            <a:b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-1 trimmed/${sample}_R1.fastq.gz \</a:t>
            </a:r>
            <a:b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-2 trimmed/${sample}_R2.fastq.gz \</a:t>
            </a:r>
            <a:b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2&gt; logs/4{sample}_align.log \</a:t>
            </a:r>
            <a:b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| ${samtools} sort -o aligned/${sample}.bam 2&gt;logs/${sample}_sort.log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47e684762_1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HISAT</a:t>
            </a:r>
            <a:endParaRPr/>
          </a:p>
        </p:txBody>
      </p:sp>
      <p:sp>
        <p:nvSpPr>
          <p:cNvPr id="131" name="Google Shape;131;g1347e684762_1_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From the terminal, run the same code, except run HISAT in the background with</a:t>
            </a:r>
            <a:br>
              <a:rPr lang="en-US"/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nohup </a:t>
            </a: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${hisat} -x ${refGenome} \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 -1 trimmed/${sample}_R1.fastq.gz \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 -2 trimmed/${sample}_R2.fastq.gz \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 2&gt; logs/4{sample}_align.log \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  | ${samtools} sort -o aligned/${sample}.bam 2&gt;logs/${sample}_sort.log &amp;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 the output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view the output in IGV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index the bam 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/opt/samtools_1.11/samtools index xxx.bam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IGV and switch to the mouse reference genome (mm10) in the dropdown in the top left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Load your bam file (File -&gt; Load)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2021-07-19T14:31:00Z</dcterms:created>
  <dc:creator>Denvir, James</dc:creator>
</cp:coreProperties>
</file>