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JetBrains Mono Thin"/>
      <p:regular r:id="rId10"/>
      <p:bold r:id="rId11"/>
      <p:italic r:id="rId12"/>
      <p:boldItalic r:id="rId13"/>
    </p:embeddedFont>
    <p:embeddedFont>
      <p:font typeface="JetBrains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goNt40DMwQbu9TGspx5p6CHtG0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JetBrainsMonoThin-bold.fntdata"/><Relationship Id="rId10" Type="http://schemas.openxmlformats.org/officeDocument/2006/relationships/font" Target="fonts/JetBrainsMonoThin-regular.fntdata"/><Relationship Id="rId13" Type="http://schemas.openxmlformats.org/officeDocument/2006/relationships/font" Target="fonts/JetBrainsMonoThin-boldItalic.fntdata"/><Relationship Id="rId12" Type="http://schemas.openxmlformats.org/officeDocument/2006/relationships/font" Target="fonts/JetBrainsMonoThin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etBrainsMono-bold.fntdata"/><Relationship Id="rId14" Type="http://schemas.openxmlformats.org/officeDocument/2006/relationships/font" Target="fonts/JetBrainsMono-regular.fntdata"/><Relationship Id="rId17" Type="http://schemas.openxmlformats.org/officeDocument/2006/relationships/font" Target="fonts/JetBrainsMono-boldItalic.fntdata"/><Relationship Id="rId16" Type="http://schemas.openxmlformats.org/officeDocument/2006/relationships/font" Target="fonts/JetBrains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University Joan C. Edwards School of Medicine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6"/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6"/>
          <p:cNvPicPr preferRelativeResize="0"/>
          <p:nvPr/>
        </p:nvPicPr>
        <p:blipFill rotWithShape="1">
          <a:blip r:embed="rId1">
            <a:alphaModFix/>
          </a:blip>
          <a:srcRect b="0" l="0" r="77036" t="0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SPAdes Assembler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WV-INBRE Bioinformatics Bootcamp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Summer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SPAdes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SPAdes is a short read assembler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Performs either </a:t>
            </a:r>
            <a:r>
              <a:rPr i="1" lang="en-US"/>
              <a:t>de novo</a:t>
            </a:r>
            <a:r>
              <a:rPr lang="en-US"/>
              <a:t> or </a:t>
            </a:r>
            <a:r>
              <a:rPr i="1" lang="en-US"/>
              <a:t>guided</a:t>
            </a:r>
            <a:r>
              <a:rPr lang="en-US"/>
              <a:t> assembly of short sequencing reads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Works with Illumina data as well as data from other platforms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de novo </a:t>
            </a:r>
            <a:r>
              <a:rPr lang="en-US"/>
              <a:t>means this is assembling a previously unknown genome sequence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guided</a:t>
            </a:r>
            <a:r>
              <a:rPr lang="en-US"/>
              <a:t> means we use an existing genome sequence to guide the assembly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 Brujin graph based method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Developed by the Center for Algorithmic Biology at St. Petersburg State University, Russia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https://cab.spbu.ru/software/spades/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SARS-CoV-2 sequencing data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actual SARS-CoV-2 pipeline we use, we </a:t>
            </a:r>
            <a:r>
              <a:rPr i="1" lang="en-US"/>
              <a:t>align</a:t>
            </a:r>
            <a:r>
              <a:rPr lang="en-US"/>
              <a:t> the reads to the existing genome sequence from the variant detected in Wuhan, China, in December 2019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will talk about alignment later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Here, instead, we will assemble the reads de novo using SPAdes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SPAdes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Log into the server</a:t>
            </a:r>
            <a:endParaRPr/>
          </a:p>
          <a:p>
            <a:pPr indent="-16129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/>
              <a:t>Change to your folder under the bootcamp folder:</a:t>
            </a:r>
            <a:br>
              <a:rPr lang="en-US"/>
            </a:br>
            <a:r>
              <a:rPr lang="en-US">
                <a:latin typeface="JetBrains Mono Thin"/>
                <a:ea typeface="JetBrains Mono Thin"/>
                <a:cs typeface="JetBrains Mono Thin"/>
                <a:sym typeface="JetBrains Mono Thin"/>
              </a:rPr>
              <a:t>cd /seqdata/bootcamp/&lt;your last name&gt;/sars-reads</a:t>
            </a:r>
            <a:endParaRPr>
              <a:latin typeface="JetBrains Mono Thin"/>
              <a:ea typeface="JetBrains Mono Thin"/>
              <a:cs typeface="JetBrains Mono Thin"/>
              <a:sym typeface="JetBrains Mono Thin"/>
            </a:endParaRPr>
          </a:p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folder contains reads for one SARS-CoV-2 sample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 a </a:t>
            </a:r>
            <a:r>
              <a:rPr lang="en-US" sz="2400">
                <a:latin typeface="JetBrains Mono"/>
                <a:ea typeface="JetBrains Mono"/>
                <a:cs typeface="JetBrains Mono"/>
                <a:sym typeface="JetBrains Mono"/>
              </a:rPr>
              <a:t>SPAdesOutput</a:t>
            </a:r>
            <a:r>
              <a:rPr lang="en-US"/>
              <a:t> folder under your </a:t>
            </a:r>
            <a:r>
              <a:rPr lang="en-US" sz="2400">
                <a:latin typeface="JetBrains Mono"/>
                <a:ea typeface="JetBrains Mono"/>
                <a:cs typeface="JetBrains Mono"/>
                <a:sym typeface="JetBrains Mono"/>
              </a:rPr>
              <a:t>sars-reads</a:t>
            </a:r>
            <a:r>
              <a:rPr lang="en-US"/>
              <a:t> folder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Run SPAdes using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/opt/SPAdes-3.15.2-Linux/bin/spades.py -1 xxxx_R1.fastq.gz -2 xxxx_R2.fastq.gz \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-o SPAdesOutput/ --cov-cutoff 250 --isolate -t 1 &amp;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options are:</a:t>
            </a:r>
            <a:endParaRPr/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-s : single read file</a:t>
            </a:r>
            <a:endParaRPr/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-o : output folder</a:t>
            </a:r>
            <a:endParaRPr/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--cov-cutoff : only consider paths in the De Brujin graph with coverage at least 250</a:t>
            </a:r>
            <a:endParaRPr/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--isolate : optimize for multi-cell, uniform high coverage samples</a:t>
            </a:r>
            <a:endParaRPr/>
          </a:p>
          <a:p>
            <a:pPr indent="-21717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-t : number of threads (CPUs) to use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Examining SPAdes output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key output is scaffolds.fasta in the specified output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Examine the headers in this fasta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many sequences are in the file?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length of each sequence?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USOM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2021-07-15T18:59:11Z</dcterms:created>
  <dc:creator>Denvir, James</dc:creator>
</cp:coreProperties>
</file>