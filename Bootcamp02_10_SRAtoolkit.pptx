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4471634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4471634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4471634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4471634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44716341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4471634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44716341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44716341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44716341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44716341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44716341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44716341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344716341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344716341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44716341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344716341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44716341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44716341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44716341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44716341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44716341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44716341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Downloading SRA Data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SRA = Short Read Archive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Visit the SRA website - portal through NCBI, can search initially through main search bar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Build search using the “Advanced” option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Published short read sequencing experiments are uploaded as part of the data </a:t>
            </a:r>
            <a:r>
              <a:rPr lang="en"/>
              <a:t>management/sharing plan for scientific papers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Authors have the option to release data at specific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SRA </a:t>
            </a:r>
            <a:r>
              <a:rPr b="1" lang="en"/>
              <a:t>accession numbers</a:t>
            </a:r>
            <a:r>
              <a:rPr lang="en"/>
              <a:t> should be in the publication somewhere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SRA Accessions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Bioproject - PRJNA…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Biosample - SAMN…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Experiment - SRX…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 - </a:t>
            </a:r>
            <a:r>
              <a:rPr lang="en">
                <a:highlight>
                  <a:srgbClr val="FFFF00"/>
                </a:highlight>
              </a:rPr>
              <a:t>SRR…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highlight>
                  <a:schemeClr val="lt1"/>
                </a:highlight>
              </a:rPr>
              <a:t>Let’s find some data!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SRA toolkit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via brew on Mac OSX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FF0000"/>
                </a:solidFill>
                <a:highlight>
                  <a:schemeClr val="lt1"/>
                </a:highlight>
              </a:rPr>
              <a:t>brew</a:t>
            </a:r>
            <a:r>
              <a:rPr lang="en">
                <a:solidFill>
                  <a:srgbClr val="FF0000"/>
                </a:solidFill>
                <a:highlight>
                  <a:schemeClr val="lt1"/>
                </a:highlight>
              </a:rPr>
              <a:t> install sratoolkit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Other installation instructions can be found online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Test by running: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	</a:t>
            </a:r>
            <a:r>
              <a:rPr lang="en">
                <a:solidFill>
                  <a:srgbClr val="FF0000"/>
                </a:solidFill>
                <a:highlight>
                  <a:schemeClr val="lt1"/>
                </a:highlight>
              </a:rPr>
              <a:t>fastq-dump --stdout -X 2 SRR390728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</a:t>
            </a:r>
            <a:r>
              <a:rPr i="1" lang="en"/>
              <a:t>F. tularensis</a:t>
            </a:r>
            <a:r>
              <a:rPr lang="en"/>
              <a:t> Illumina WGS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the publication first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Grab that SRR number (copy to clipboard)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 terminal and do the following: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Vdb-dump </a:t>
            </a:r>
            <a:r>
              <a:rPr lang="en">
                <a:solidFill>
                  <a:srgbClr val="FF0000"/>
                </a:solidFill>
              </a:rPr>
              <a:t>--info SRR…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p</a:t>
            </a:r>
            <a:r>
              <a:rPr lang="en">
                <a:solidFill>
                  <a:srgbClr val="FF0000"/>
                </a:solidFill>
              </a:rPr>
              <a:t>refetch SRR…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</a:t>
            </a:r>
            <a:r>
              <a:rPr i="1" lang="en"/>
              <a:t>F. tularensis</a:t>
            </a:r>
            <a:r>
              <a:rPr lang="en"/>
              <a:t> Illumina WGS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the publication first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Grab that SRR number (copy to clipboard)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 terminal and do the following: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prefetch SRR…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fasterq-dump --split-3 ./SRR… -O fastqs/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</a:t>
            </a:r>
            <a:r>
              <a:rPr i="1" lang="en"/>
              <a:t>F. tularensis</a:t>
            </a:r>
            <a:r>
              <a:rPr lang="en"/>
              <a:t> Illumina WGS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the publication first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Grab that SRR number (copy to clipboard)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 terminal and do the following: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prefetch SRR…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fasterq-dump --split-3 ./SRR… -O fastqs/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gzip fastqs/*.fastq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</a:t>
            </a:r>
            <a:r>
              <a:rPr i="1" lang="en"/>
              <a:t>F. tularensis</a:t>
            </a:r>
            <a:r>
              <a:rPr lang="en"/>
              <a:t> Illumina WGS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the publication first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Grab that SRR number (copy to clipboard)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 terminal and do the following: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prefetch SRR…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fasterq-dump --split-3 ./SRR… -O fastqs/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gzip fastqs/*.fastq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* currently no on the fly compression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move files to the server - alternate method!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 - secure copy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scp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file.txt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username@host:/remote/directory/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move files to the server - alternate method!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 - secure copy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scp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file.txt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username@host:/remote/directory/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Can also pull down files to your local machine…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scp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username@host:/path_to_file/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file.txt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/local/directory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move files to the server - alternate method!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 - secure copy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scp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file.txt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username@host:/remote/directory/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Can also pull down files to your local machine…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scp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username@host:/path_to_file/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file.txt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/local/directory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To move a directory add the -r option - 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scp -r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 a small genome!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-</a:t>
            </a:r>
            <a:r>
              <a:rPr lang="en"/>
              <a:t>-isolate --cov-cutoff 250 -1 R1_file -2 R2_file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